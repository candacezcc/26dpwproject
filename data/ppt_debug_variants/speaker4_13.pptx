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3.jpeg"/><Relationship Id="rId9" Type="http://schemas.openxmlformats.org/officeDocument/2006/relationships/image" Target="../media/image5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ZHOU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13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Profitability Hypotheses: No Significant Association in the Default Slice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Genre, budget tier and release season do not show statistically significant association with profitability under the default filters.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283464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1">
                <a:solidFill>
                  <a:srgbClr val="2DD4BF"/>
                </a:solidFill>
                <a:latin typeface="Arial"/>
              </a:defRPr>
            </a:pPr>
            <a:r>
              <a:t>ZHOU Can · Speaker 4 · approx.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6345936"/>
            <a:ext cx="7955279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Profitability tests</a:t>
            </a:r>
          </a:p>
        </p:txBody>
      </p:sp>
      <p:pic>
        <p:nvPicPr>
          <p:cNvPr id="11" name="Picture 10" descr="chi_release_profitability_mai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1417320"/>
            <a:ext cx="6355080" cy="35661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69480" y="1481328"/>
          <a:ext cx="472744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/>
                <a:gridCol w="438912"/>
                <a:gridCol w="658368"/>
                <a:gridCol w="658368"/>
                <a:gridCol w="658368"/>
                <a:gridCol w="1051560"/>
              </a:tblGrid>
              <a:tr h="58293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chi-square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Cramer's V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Genre x Profitability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1,026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4.34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0.7402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0.065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Fail to reject H0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Budget Tier x Profitability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1,026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1.13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0.7703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0.033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Fail to reject H0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Release Season x Profitability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1,026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2.42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0.6589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0.049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2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Fail to reject H0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60920" y="4133087"/>
            <a:ext cx="388620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F2F6FF"/>
                </a:solidFill>
                <a:latin typeface="Arial"/>
              </a:defRPr>
            </a:pPr>
            <a:r>
              <a:t>Interpretation: the observed profitability rates are close to the expected counts under independence.</a:t>
            </a:r>
          </a:p>
          <a:p>
            <a:pPr>
              <a:spcAft>
                <a:spcPts val="500"/>
              </a:spcAft>
              <a:defRPr sz="1120">
                <a:solidFill>
                  <a:srgbClr val="F2F6FF"/>
                </a:solidFill>
                <a:latin typeface="Arial"/>
              </a:defRPr>
            </a:pPr>
            <a:r>
              <a:t>Engineering note: this conclusion is conditional on the active filters; changing genres or vote thresholds recomputes the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