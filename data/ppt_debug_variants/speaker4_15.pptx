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jpeg"/><Relationship Id="rId9" Type="http://schemas.openxmlformats.org/officeDocument/2006/relationships/image" Target="../media/image5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15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Residual Diagnostics: Explaining Where the Association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The heatmap translates the chi-square result into interpretable cell-level deviations from expected 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Residual heatmap and distribution view</a:t>
            </a:r>
          </a:p>
        </p:txBody>
      </p:sp>
      <p:pic>
        <p:nvPicPr>
          <p:cNvPr id="11" name="Picture 10" descr="chi_genre_rating_mai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1417320"/>
            <a:ext cx="6355080" cy="35661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315200" y="1508760"/>
            <a:ext cx="2834640" cy="82296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161848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STANDARDIZED RESIDUAL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184708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Arial"/>
              </a:defRPr>
            </a:pPr>
            <a:r>
              <a:t>(observed - expected) / sqrt(expected)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203704"/>
            <a:ext cx="2578608" cy="10972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cell-level diagnostic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606040"/>
            <a:ext cx="2834640" cy="82296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271576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RULE OF THUMB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94436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Arial"/>
              </a:defRPr>
            </a:pPr>
            <a:r>
              <a:t>|residual| &gt;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300984"/>
            <a:ext cx="2578608" cy="10972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meaningful over/under-representation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703320"/>
            <a:ext cx="2834640" cy="82296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381304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READOUT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404164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Arial"/>
              </a:defRPr>
            </a:pPr>
            <a:r>
              <a:t>Blue vs red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4398264"/>
            <a:ext cx="2578608" cy="10972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above vs below independence expectation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800600"/>
            <a:ext cx="38862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2F6FF"/>
                </a:solidFill>
                <a:latin typeface="Arial"/>
              </a:defRPr>
            </a:pPr>
            <a:r>
              <a:t>The stacked proportion chart checks whether category distributions are visually similar or structurally different.</a:t>
            </a:r>
          </a:p>
          <a:p>
            <a:pPr>
              <a:spcAft>
                <a:spcPts val="500"/>
              </a:spcAft>
              <a:defRPr sz="1080">
                <a:solidFill>
                  <a:srgbClr val="F2F6FF"/>
                </a:solidFill>
                <a:latin typeface="Arial"/>
              </a:defRPr>
            </a:pPr>
            <a:r>
              <a:t>Together, the KPI row and residual plot prevent overclaiming from p-value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