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02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</a:t>
            </a:r>
            <a:r>
              <a:rPr lang="en-US" altLang="zh-CN" sz="900" b="1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3 </a:t>
            </a:r>
            <a:r>
              <a:rPr sz="900" b="1">
                <a:solidFill>
                  <a:srgbClr val="9AA9BD"/>
                </a:solidFill>
                <a:latin typeface="Arial" panose="020B0604020202020204"/>
              </a:rPr>
              <a:t>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04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05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06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</a:t>
            </a:r>
            <a:r>
              <a:rPr lang="en-US" altLang="zh-CN" sz="900" b="1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7</a:t>
            </a:r>
            <a:r>
              <a:rPr sz="900" b="1">
                <a:solidFill>
                  <a:srgbClr val="9AA9BD"/>
                </a:solidFill>
                <a:latin typeface="Arial" panose="020B0604020202020204"/>
              </a:rPr>
              <a:t>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07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系统整体界面：一个入口，八个分析视图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这一段按侧边栏顺序讲 Overview / Revenue / Genres / Time。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约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讲法：先说明所有筛选会同步刷新 KPI、图表和导出结果。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08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视图：预算推高票房，但不保证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先用预算-票房回答商业规模，再用预算-ROI 解释回报率风险。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约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09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Time：类型和档期决定盈利侧重点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 dashboard 的类型排序、评分分布和上映月份曲线合并成一段讲。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约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Chi-Square：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4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11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第四位 · 约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派生字段与解释方式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p-value：是否显著。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V：关联强度大小。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heatmap：哪些类别组合贡献了差异。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这一页的作用：帮助听众理解系统里的统计模块不是单纯画热力图，而是在检验变量关系。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12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13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Prediction：Gradient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80135"/>
            <a:chOff x="13320" y="7272"/>
            <a:chExt cx="3456" cy="1701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619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</a:t>
              </a:r>
              <a:r>
                <a:rPr lang="en-US" altLang="zh-CN" sz="2200" b="1">
                  <a:solidFill>
                    <a:srgbClr val="FBBF24"/>
                  </a:solidFill>
                  <a:latin typeface="Arial" panose="020B0604020202020204"/>
                </a:rPr>
                <a:t> · 4</a:t>
              </a:r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 · 0.05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0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</a:t>
              </a:r>
              <a:r>
                <a:rPr lang="en-US" altLang="zh-CN" sz="1400" b="0">
                  <a:solidFill>
                    <a:srgbClr val="9AA9BD"/>
                  </a:solidFill>
                  <a:latin typeface="Arial" panose="020B0604020202020204"/>
                </a:rPr>
                <a:t>· depth</a:t>
              </a:r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 · lr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14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15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16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9AA9BD"/>
                </a:solidFill>
                <a:latin typeface="Arial" panose="020B0604020202020204"/>
              </a:rPr>
              <a:t>16 / 18</a:t>
            </a:r>
            <a:endParaRPr sz="9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8287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2026-05-17T17:16:08Z</dcterms:created>
  <dcterms:modified xsi:type="dcterms:W3CDTF">2026-05-17T17:16:08Z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